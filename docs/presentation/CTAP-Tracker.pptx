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running on ten phones for the trial.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F2F5FA"/>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4A86D8"/>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A8B2C4"/>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758091"/>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F2F5FA"/>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F2F5FA"/>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4A86D8"/>
          </a:solidFill>
          <a:ln w="12700">
            <a:solidFill>
              <a:srgbClr val="4A86D8"/>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4A86D8"/>
          </a:solidFill>
          <a:ln w="12700">
            <a:solidFill>
              <a:srgbClr val="4A86D8"/>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161B26"/>
          </a:solidFill>
          <a:ln w="12700">
            <a:solidFill>
              <a:srgbClr val="1E2533"/>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F2F5FA"/>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A8B2C4"/>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3A8"/>
          </a:solidFill>
          <a:ln w="12700">
            <a:solidFill>
              <a:srgbClr val="2F63A8"/>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3A8"/>
          </a:solidFill>
          <a:ln w="12700">
            <a:solidFill>
              <a:srgbClr val="2F63A8"/>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3A8"/>
          </a:solidFill>
          <a:ln w="12700">
            <a:solidFill>
              <a:srgbClr val="2F63A8"/>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F2F5FA"/>
                </a:solidFill>
                <a:latin typeface="Arial" pitchFamily="34" charset="0"/>
                <a:ea typeface="Arial" pitchFamily="34" charset="-122"/>
                <a:cs typeface="Arial" pitchFamily="34" charset="-120"/>
              </a:rPr>
              <a:t>40.0h</a:t>
            </a:r>
            <a:pPr indent="0" marL="0">
              <a:buNone/>
            </a:pPr>
            <a:r>
              <a:rPr lang="en-US" sz="1900" dirty="0">
                <a:solidFill>
                  <a:srgbClr val="758091"/>
                </a:solidFill>
                <a:latin typeface="Arial" pitchFamily="34" charset="0"/>
                <a:ea typeface="Arial" pitchFamily="34" charset="-122"/>
                <a:cs typeface="Arial" pitchFamily="34" charset="-120"/>
              </a:rPr>
              <a:t>  rostered  ×  </a:t>
            </a:r>
            <a:pPr indent="0" marL="0">
              <a:buNone/>
            </a:pPr>
            <a:r>
              <a:rPr lang="en-US" sz="1900" dirty="0">
                <a:solidFill>
                  <a:srgbClr val="F2F5FA"/>
                </a:solidFill>
                <a:latin typeface="Arial" pitchFamily="34" charset="0"/>
                <a:ea typeface="Arial" pitchFamily="34" charset="-122"/>
                <a:cs typeface="Arial" pitchFamily="34" charset="-120"/>
              </a:rPr>
              <a:t>80%</a:t>
            </a:r>
            <a:pPr indent="0" marL="0">
              <a:buNone/>
            </a:pPr>
            <a:r>
              <a:rPr lang="en-US" sz="1900" dirty="0">
                <a:solidFill>
                  <a:srgbClr val="758091"/>
                </a:solidFill>
                <a:latin typeface="Arial" pitchFamily="34" charset="0"/>
                <a:ea typeface="Arial" pitchFamily="34" charset="-122"/>
                <a:cs typeface="Arial" pitchFamily="34" charset="-120"/>
              </a:rPr>
              <a:t>   =   </a:t>
            </a:r>
            <a:pPr indent="0" marL="0">
              <a:buNone/>
            </a:pPr>
            <a:r>
              <a:rPr lang="en-US" sz="1900" b="1" dirty="0">
                <a:solidFill>
                  <a:srgbClr val="4A86D8"/>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758091"/>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161B26"/>
          </a:solidFill>
          <a:ln w="12700">
            <a:solidFill>
              <a:srgbClr val="2F63A8"/>
            </a:solidFill>
            <a:prstDash val="solid"/>
          </a:ln>
          <a:effectLst>
            <a:outerShdw sx="100000" sy="100000" kx="0" ky="0" algn="bl" rotWithShape="0" blurRad="228600" dist="50800" dir="5400000">
              <a:srgbClr val="000000">
                <a:alpha val="45000"/>
              </a:srgbClr>
            </a:outerShdw>
          </a:effectLst>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F2F5FA"/>
                </a:solidFill>
                <a:latin typeface="Arial" pitchFamily="34" charset="0"/>
                <a:ea typeface="Arial" pitchFamily="34" charset="-122"/>
                <a:cs typeface="Arial" pitchFamily="34" charset="-120"/>
              </a:rPr>
              <a:t>17.23h</a:t>
            </a:r>
            <a:pPr indent="0" marL="0">
              <a:buNone/>
            </a:pPr>
            <a:r>
              <a:rPr lang="en-US" sz="1700" dirty="0">
                <a:solidFill>
                  <a:srgbClr val="758091"/>
                </a:solidFill>
                <a:latin typeface="Arial" pitchFamily="34" charset="0"/>
                <a:ea typeface="Arial" pitchFamily="34" charset="-122"/>
                <a:cs typeface="Arial" pitchFamily="34" charset="-120"/>
              </a:rPr>
              <a:t>  ×  </a:t>
            </a:r>
            <a:pPr indent="0" marL="0">
              <a:buNone/>
            </a:pPr>
            <a:r>
              <a:rPr lang="en-US" sz="1700" dirty="0">
                <a:solidFill>
                  <a:srgbClr val="F2F5FA"/>
                </a:solidFill>
                <a:latin typeface="Arial" pitchFamily="34" charset="0"/>
                <a:ea typeface="Arial" pitchFamily="34" charset="-122"/>
                <a:cs typeface="Arial" pitchFamily="34" charset="-120"/>
              </a:rPr>
              <a:t>£19.39</a:t>
            </a:r>
            <a:pPr indent="0" marL="0">
              <a:buNone/>
            </a:pPr>
            <a:r>
              <a:rPr lang="en-US" sz="1700" dirty="0">
                <a:solidFill>
                  <a:srgbClr val="758091"/>
                </a:solidFill>
                <a:latin typeface="Arial" pitchFamily="34" charset="0"/>
                <a:ea typeface="Arial" pitchFamily="34" charset="-122"/>
                <a:cs typeface="Arial" pitchFamily="34" charset="-120"/>
              </a:rPr>
              <a:t>  ×  </a:t>
            </a:r>
            <a:pPr indent="0" marL="0">
              <a:buNone/>
            </a:pPr>
            <a:r>
              <a:rPr lang="en-US" sz="1700" dirty="0">
                <a:solidFill>
                  <a:srgbClr val="F2F5FA"/>
                </a:solidFill>
                <a:latin typeface="Arial" pitchFamily="34" charset="0"/>
                <a:ea typeface="Arial" pitchFamily="34" charset="-122"/>
                <a:cs typeface="Arial" pitchFamily="34" charset="-120"/>
              </a:rPr>
              <a:t>1.4×</a:t>
            </a:r>
            <a:pPr indent="0" marL="0">
              <a:buNone/>
            </a:pPr>
            <a:r>
              <a:rPr lang="en-US" sz="1700" dirty="0">
                <a:solidFill>
                  <a:srgbClr val="758091"/>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5FD28A"/>
                </a:solidFill>
                <a:latin typeface="Arial" pitchFamily="34" charset="0"/>
                <a:ea typeface="Arial" pitchFamily="34" charset="-122"/>
                <a:cs typeface="Arial" pitchFamily="34" charset="-120"/>
              </a:rPr>
              <a:t>£336.83</a:t>
            </a:r>
            <a:pPr indent="0" marL="0">
              <a:buNone/>
            </a:pPr>
            <a:r>
              <a:rPr lang="en-US" sz="1500" dirty="0">
                <a:solidFill>
                  <a:srgbClr val="758091"/>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5FD28A"/>
          </a:solidFill>
          <a:ln w="12700">
            <a:solidFill>
              <a:srgbClr val="5FD28A"/>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FFC857"/>
          </a:solidFill>
          <a:ln w="12700">
            <a:solidFill>
              <a:srgbClr val="FFC857"/>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FF7060"/>
          </a:solidFill>
          <a:ln w="12700">
            <a:solidFill>
              <a:srgbClr val="FF7060"/>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A8B2C4"/>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F2F5FA"/>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A8B2C4"/>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5FD28A"/>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F2F5FA"/>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F2F5FA"/>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A8B2C4"/>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1E2533"/>
          </a:solidFill>
          <a:ln w="12700">
            <a:solidFill>
              <a:srgbClr val="1E2533"/>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1E2533"/>
          </a:solidFill>
          <a:ln w="12700">
            <a:solidFill>
              <a:srgbClr val="1E2533"/>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1E2533"/>
          </a:solidFill>
          <a:ln w="12700">
            <a:solidFill>
              <a:srgbClr val="1E2533"/>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1E2533"/>
          </a:solidFill>
          <a:ln w="12700">
            <a:solidFill>
              <a:srgbClr val="1E2533"/>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161B26"/>
          </a:solidFill>
          <a:ln w="12700">
            <a:solidFill>
              <a:srgbClr val="FFC857"/>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FFC857"/>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F2F5FA"/>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ENGINEERS</a:t>
            </a:r>
            <a:endParaRPr lang="en-US" sz="900" dirty="0"/>
          </a:p>
        </p:txBody>
      </p:sp>
      <p:sp>
        <p:nvSpPr>
          <p:cNvPr id="10" name="Shape 8"/>
          <p:cNvSpPr/>
          <p:nvPr/>
        </p:nvSpPr>
        <p:spPr>
          <a:xfrm>
            <a:off x="6163056"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330</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F2F5FA"/>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F2F5FA"/>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4A86D8"/>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A8B2C4"/>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758091"/>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758091"/>
                </a:solidFill>
                <a:latin typeface="Calibri" pitchFamily="34" charset="0"/>
                <a:ea typeface="Calibri" pitchFamily="34" charset="-122"/>
                <a:cs typeface="Calibri" pitchFamily="34" charset="-120"/>
              </a:rPr>
              <a:t>Jake Rainford  ·  Service &amp; Repair Engineer  ·  questions on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758091"/>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